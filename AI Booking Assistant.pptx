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2" r:id="rId12"/>
    <p:sldId id="273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54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A4C12-82DC-A60A-96C7-1088B928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751D2-8A1C-7495-0C8A-38791810B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36995-9A22-4E49-CB8D-68558FEC3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FAB0-3CE1-A49C-2D92-575D4E603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98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7232-C6C7-28CA-6D67-812983F9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621BD-06DA-0AA9-7F63-4A4BE9801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57005-D2C8-E06B-7EAC-668F8F0F6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38B5A-2E32-F5BA-5C11-A966E424E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7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EBA3-6E64-B27C-3854-FB583622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7B93B-1B45-20BF-2819-5CA4B711E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14A4B-7EFC-8D90-DE57-07FCB8E30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57DF-17A3-C9B7-C722-7EAB9EA12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2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rajS1/AI-Booking-Assistan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-booking-assistant.streamlit.app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1291" y="1567815"/>
            <a:ext cx="67814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Booking Assistant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494008" y="2406015"/>
            <a:ext cx="6155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Conversational Platform for Service Reservations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43751" y="3335655"/>
            <a:ext cx="420624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 RAJ • 2022BCE07AED190 • Alliance University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Case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 booking processes are time-consuming &amp; error-prone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chatbot automates service bookings (hotels, doctors, restaurants, spas)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Customers, service providers, admins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24/7 availability, instant confirmations, multi-language support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Conversational interface with intent detection &amp; entity extraction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 for intelligent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Engine: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Step-by-step form validation (name, email, phone, date, time)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SendGrid integration for confirmations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1606062" cy="944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61968"/>
            <a:ext cx="1606062" cy="944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21148"/>
            <a:ext cx="2028092" cy="944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1403" y="1382737"/>
            <a:ext cx="3234397" cy="944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1403" y="2423160"/>
            <a:ext cx="1954237" cy="944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202680"/>
            <a:ext cx="7924800" cy="944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Tech Stack &amp; Approach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8200" y="13639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(Python)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242316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2744371"/>
            <a:ext cx="1377462" cy="166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LangChain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" y="3402623"/>
            <a:ext cx="1824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8964" y="3712698"/>
            <a:ext cx="1750255" cy="23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20755" y="1539240"/>
            <a:ext cx="1370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AI/LLM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20755" y="1785424"/>
            <a:ext cx="1834662" cy="24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(Fast Inference)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20755" y="2543909"/>
            <a:ext cx="26787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20755" y="2879189"/>
            <a:ext cx="195423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200" y="6431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200" y="6705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Cloud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0"/>
            <a:ext cx="8083296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914400" y="1697713"/>
            <a:ext cx="777240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(Streamlit Chat UI)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2069546"/>
            <a:ext cx="8083296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Detection &amp; RAG Pipeline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14400" y="2441377"/>
            <a:ext cx="777240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(Groq LLM + Vector DB)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09600" y="2813210"/>
            <a:ext cx="8083296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 Engine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400" y="3185040"/>
            <a:ext cx="777240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28"/>
              </a:lnSpc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(Form Validation + </a:t>
            </a:r>
            <a:r>
              <a:rPr lang="en-US" sz="108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 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9600" y="3556874"/>
            <a:ext cx="8083296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Email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3928707"/>
            <a:ext cx="777240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+ SendGrid → Confirmation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Booking Flow (5-Step Process)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66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– Greeting / Intent Detection Detects "hi", "book hotel", or PDF </a:t>
            </a:r>
            <a:r>
              <a:rPr lang="en-US" sz="135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queriesResponds</a:t>
            </a: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greeting or RAG answer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– Entity Collection Extracts info via LLM: name, email, phone, booking type Prompts only for missing fields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– Date &amp; Time Collects date and time if not already provided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– Review Shows booking summary Asks for confirmation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– Confirmation Saves to DB, sends email, generates Booking ID Resets session for next booking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66116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Embedded service descriptions, pricing, availability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question → similarity search → relevant docs retrieved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Response: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Context-aware answers about services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 graceful degradation if RAG unavailable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View: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customer bookings with status (pending, confirmed, completed)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Analytics: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bookings, service breakdown, revenue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Reports: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CSV download for business intelligence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553" y="10300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 Chat Interface</a:t>
            </a:r>
            <a:endParaRPr lang="en-US" sz="27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3A8B73-94D0-1554-C84E-268C32E6C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1" y="880215"/>
            <a:ext cx="4715999" cy="2853767"/>
          </a:xfrm>
          <a:prstGeom prst="rect">
            <a:avLst/>
          </a:prstGeom>
        </p:spPr>
      </p:pic>
      <p:pic>
        <p:nvPicPr>
          <p:cNvPr id="13" name="Picture 12" descr="A screenshot of a chat&#10;&#10;AI-generated content may be incorrect.">
            <a:extLst>
              <a:ext uri="{FF2B5EF4-FFF2-40B4-BE49-F238E27FC236}">
                <a16:creationId xmlns:a16="http://schemas.microsoft.com/office/drawing/2014/main" id="{05CEDFDC-0AAF-B138-6260-6F21B9031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600" y="623833"/>
            <a:ext cx="4273199" cy="3753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D7C6B-9815-84BB-551C-5A371A66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2E28D-6CB5-3823-2BD5-042F7B0E32CF}"/>
              </a:ext>
            </a:extLst>
          </p:cNvPr>
          <p:cNvSpPr/>
          <p:nvPr/>
        </p:nvSpPr>
        <p:spPr>
          <a:xfrm>
            <a:off x="177553" y="10300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 Chat Interface With RAG Use Case</a:t>
            </a:r>
            <a:endParaRPr lang="en-US" sz="2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E0A8E-E987-6CD6-2EA9-598C6888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" y="784859"/>
            <a:ext cx="7955280" cy="413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96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21EBF-E90D-6B4F-D07C-50DE4A9F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663259-C5F5-407D-02D1-B7DD44A2A33F}"/>
              </a:ext>
            </a:extLst>
          </p:cNvPr>
          <p:cNvSpPr/>
          <p:nvPr/>
        </p:nvSpPr>
        <p:spPr>
          <a:xfrm>
            <a:off x="220753" y="11020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 Admin Dashboard </a:t>
            </a:r>
            <a:endParaRPr lang="en-US" sz="27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1B4672-E1C7-EE15-2F43-00157E78B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2931"/>
            <a:ext cx="7915276" cy="413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1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ADF11-F31E-56B9-E3E5-9653B95E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A06492-1420-F0B1-FF72-87B1BCF09060}"/>
              </a:ext>
            </a:extLst>
          </p:cNvPr>
          <p:cNvSpPr/>
          <p:nvPr/>
        </p:nvSpPr>
        <p:spPr>
          <a:xfrm>
            <a:off x="220753" y="11020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 Email -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7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B16EF3-70F8-48E4-6C00-0E505CE9A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51" y="1055076"/>
            <a:ext cx="7656936" cy="380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81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Complexity: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DB integration &amp; retrieval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Maintaining booking state across multi-turn conversations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Coordinating Groq, SendGrid, Supabase APIs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Graceful fallbacks when services unavailable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&amp; Lessons Learned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Try-Catch Blocks: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Prevented crashes from API failures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Streamlit's session_state for persistence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 keyword matching + RAG fallback strategy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Mock data for development, zero-dependency fallback mode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Hindi, Tamil, Telugu, Kannada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Razorpay for online payments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Native or Flutter version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ML-based demand forecasting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Availability: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slot synchronization with providers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Deployment &amp; Scalability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14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 deployment across environments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Scaling: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Supabase auto-scaling PostgreSQL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Rate Limiting: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SendGrid quota management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https://github.com/HansrajS1/AI-Booking-Assistant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link: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https://ai-booking-assistant.streamlit.app/</a:t>
            </a:r>
            <a:endParaRPr lang="en-US" sz="1350" dirty="0">
              <a:solidFill>
                <a:srgbClr val="38BD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endParaRPr lang="en-US" sz="1350" dirty="0">
              <a:solidFill>
                <a:srgbClr val="38BD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endParaRPr lang="en-US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0253" y="1230632"/>
            <a:ext cx="4183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18661" y="2084073"/>
            <a:ext cx="42114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conversational booking system</a:t>
            </a:r>
            <a:endParaRPr lang="en-US" sz="15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persistence &amp; notifications</a:t>
            </a:r>
            <a:endParaRPr lang="en-US" sz="15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for analytics &amp; management</a:t>
            </a:r>
            <a:endParaRPr lang="en-US" sz="15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Production-ready, containerized, scalable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2055" y="1447800"/>
            <a:ext cx="31198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982149" y="2362200"/>
            <a:ext cx="1179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38355" y="2987046"/>
            <a:ext cx="480650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https://github.com/HansrajS1/AI-Booking-Assistant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99582" y="3455668"/>
            <a:ext cx="234483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hansrajvvs@gmail.com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623</Words>
  <Application>Microsoft Office PowerPoint</Application>
  <PresentationFormat>On-screen Show (16:9)</PresentationFormat>
  <Paragraphs>106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Hansraj Singh</cp:lastModifiedBy>
  <cp:revision>7</cp:revision>
  <dcterms:created xsi:type="dcterms:W3CDTF">2026-01-21T07:54:15Z</dcterms:created>
  <dcterms:modified xsi:type="dcterms:W3CDTF">2026-01-21T11:59:22Z</dcterms:modified>
</cp:coreProperties>
</file>