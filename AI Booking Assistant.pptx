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11"/>
    <p:sldId id="273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0549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7232-C6C7-28CA-6D67-812983F9E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621BD-06DA-0AA9-7F63-4A4BE9801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57005-D2C8-E06B-7EAC-668F8F0F6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38B5A-2E32-F5BA-5C11-A966E424EC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667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1EBA3-6E64-B27C-3854-FB5836224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37B93B-1B45-20BF-2819-5CA4B711E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614A4B-7EFC-8D90-DE57-07FCB8E30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8B57DF-17A3-C9B7-C722-7EAB9EA12C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8122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ansrajS1/AI-Booking-Assistant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i-booking-assistant.streamlit.app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1291" y="1567815"/>
            <a:ext cx="67814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Booking Assistant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1494008" y="2406015"/>
            <a:ext cx="6155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Conversational Platform for Service Reservations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200400" y="3335655"/>
            <a:ext cx="261749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HANS RAJ • 2022BCE07AED190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Case Overview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Manual booking processes are time-consuming &amp; error-prone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chatbot automates service bookings (hotels, doctors, restaurants, spas)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Users: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Customers, service providers, admins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Benefits: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24/7 availability, instant confirmations, multi-language support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Overview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1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Chatbot: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Conversational interface with intent detection &amp; entity extraction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Pipeline: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Retrieval-Augmented Generation for intelligent responses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Engine: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Step-by-step form validation (name, email, phone, date, time)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Notifications: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SendGrid integration for confirmations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681"/>
            <a:ext cx="1606062" cy="944880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261968"/>
            <a:ext cx="1606062" cy="944880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3321148"/>
            <a:ext cx="2028092" cy="944880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1403" y="1382737"/>
            <a:ext cx="3234397" cy="944880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1403" y="2423160"/>
            <a:ext cx="1954237" cy="944880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202680"/>
            <a:ext cx="7924800" cy="944880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 Tech Stack &amp; Approach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38200" y="1363980"/>
            <a:ext cx="7616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38200" y="1752600"/>
            <a:ext cx="7616952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 (Python)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38200" y="2423160"/>
            <a:ext cx="7616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8200" y="2744371"/>
            <a:ext cx="1377462" cy="166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Python, LangChain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63524" y="3402623"/>
            <a:ext cx="18249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8964" y="3712698"/>
            <a:ext cx="1750255" cy="23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(PostgreSQL)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20755" y="1539240"/>
            <a:ext cx="1370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AI/LLM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20755" y="1785424"/>
            <a:ext cx="1834662" cy="247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API (Fast Inference)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20755" y="2543909"/>
            <a:ext cx="26787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20755" y="2879189"/>
            <a:ext cx="1954237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SendGrid Integration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8200" y="6431280"/>
            <a:ext cx="7616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8200" y="6705600"/>
            <a:ext cx="7616952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+ Cloud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325880"/>
            <a:ext cx="8083296" cy="21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28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Input</a:t>
            </a:r>
            <a:endParaRPr lang="en-US" sz="1080" dirty="0"/>
          </a:p>
        </p:txBody>
      </p:sp>
      <p:sp>
        <p:nvSpPr>
          <p:cNvPr id="4" name="Text 2"/>
          <p:cNvSpPr/>
          <p:nvPr/>
        </p:nvSpPr>
        <p:spPr>
          <a:xfrm>
            <a:off x="914400" y="1697713"/>
            <a:ext cx="7772400" cy="21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28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(Streamlit Chat UI)</a:t>
            </a:r>
            <a:endParaRPr lang="en-US" sz="1080" dirty="0"/>
          </a:p>
        </p:txBody>
      </p:sp>
      <p:sp>
        <p:nvSpPr>
          <p:cNvPr id="5" name="Text 3"/>
          <p:cNvSpPr/>
          <p:nvPr/>
        </p:nvSpPr>
        <p:spPr>
          <a:xfrm>
            <a:off x="609600" y="2069546"/>
            <a:ext cx="8083296" cy="21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28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Detection &amp; RAG Pipeline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914400" y="2441377"/>
            <a:ext cx="7772400" cy="21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28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(Groq LLM + Vector DB)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609600" y="2813210"/>
            <a:ext cx="8083296" cy="21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28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Flow Engine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914400" y="3185040"/>
            <a:ext cx="7772400" cy="21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28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(Form Validation)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609600" y="3556874"/>
            <a:ext cx="8083296" cy="21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28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&amp; Email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914400" y="3928707"/>
            <a:ext cx="7772400" cy="21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28"/>
              </a:lnSpc>
              <a:buNone/>
            </a:pPr>
            <a:r>
              <a:rPr lang="en-US" sz="10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+ SendGrid → Confirmation</a:t>
            </a:r>
            <a:endParaRPr lang="en-US" sz="108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Booking Flow (5-Step Process)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1 - Greeting: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User says "hi" or "book hotel"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2 - Collection: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 → Email → Phone → Service Type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3 - Date/Time: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Preferred booking date &amp; time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4 - Review: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Summary &amp; confirmation request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5 - Confirmation: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Save to DB, send email, booking ID generated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792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(Retrieval-Augmented Generation) Design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661161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Store: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Embedded service descriptions, pricing, availability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Processing: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User question → similarity search → relevant docs retrieved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Response: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Context-aware answers about services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Safe graceful degradation if RAG unavailable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Dashboard Features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0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Bookings View: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customer bookings with status (pending, confirmed, completed)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Analytics: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Total bookings, service breakdown, revenue tracking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Reports: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CSV download for business intelligence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7553" y="103003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Screenshots: Chat Interface</a:t>
            </a:r>
            <a:endParaRPr lang="en-US" sz="2700"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93A8B73-94D0-1554-C84E-268C32E6C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01" y="880215"/>
            <a:ext cx="4715999" cy="2853767"/>
          </a:xfrm>
          <a:prstGeom prst="rect">
            <a:avLst/>
          </a:prstGeom>
        </p:spPr>
      </p:pic>
      <p:pic>
        <p:nvPicPr>
          <p:cNvPr id="13" name="Picture 12" descr="A screenshot of a chat&#10;&#10;AI-generated content may be incorrect.">
            <a:extLst>
              <a:ext uri="{FF2B5EF4-FFF2-40B4-BE49-F238E27FC236}">
                <a16:creationId xmlns:a16="http://schemas.microsoft.com/office/drawing/2014/main" id="{05CEDFDC-0AAF-B138-6260-6F21B90315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600" y="623833"/>
            <a:ext cx="4273199" cy="375376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421EBF-E90D-6B4F-D07C-50DE4A9F6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663259-C5F5-407D-02D1-B7DD44A2A33F}"/>
              </a:ext>
            </a:extLst>
          </p:cNvPr>
          <p:cNvSpPr/>
          <p:nvPr/>
        </p:nvSpPr>
        <p:spPr>
          <a:xfrm>
            <a:off x="220753" y="110203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Screenshots: Admin Dashboard </a:t>
            </a:r>
            <a:endParaRPr lang="en-US" sz="2700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21B4672-E1C7-EE15-2F43-00157E78B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592931"/>
            <a:ext cx="7915276" cy="4135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9159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ADF11-F31E-56B9-E3E5-9653B95EC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BA06492-1420-F0B1-FF72-87B1BCF09060}"/>
              </a:ext>
            </a:extLst>
          </p:cNvPr>
          <p:cNvSpPr/>
          <p:nvPr/>
        </p:nvSpPr>
        <p:spPr>
          <a:xfrm>
            <a:off x="220753" y="110203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Screenshots: Email - </a:t>
            </a:r>
            <a:r>
              <a:rPr lang="en-US" sz="2700" b="1" dirty="0" err="1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Sendgrid</a:t>
            </a: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700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AB16EF3-70F8-48E4-6C00-0E505CE9A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51" y="1055076"/>
            <a:ext cx="7656936" cy="3804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2813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Faced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Pipeline Complexity: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Vector DB integration &amp; retrieval accuracy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Management: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Maintaining booking state across multi-turn conversations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Integration: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Coordinating Groq, SendGrid, Supabase APIs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Handling: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Graceful fallbacks when services unavailable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Solutions &amp; Lessons Learned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Try-Catch Blocks: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Prevented crashes from API failures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State: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Used Streamlit's session_state for persistence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Detection: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Simple keyword matching + RAG fallback strategy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Mock data for development, zero-dependency fallback mode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Improvements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Support: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Hindi, Tamil, Telugu, Kannada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Integration: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Razorpay for online payments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React Native or Flutter version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Analytics: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ML-based demand forecasting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Availability: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Live slot synchronization with providers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Deployment &amp; Scalability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82"/>
            <a:ext cx="7620000" cy="2147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Containerization: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Consistent deployment across environments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Platforms: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Render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Scaling: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Supabase auto-scaling PostgreSQL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Rate Limiting: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&amp; SendGrid quota management</a:t>
            </a:r>
          </a:p>
          <a:p>
            <a:pPr marL="342900" indent="-342900">
              <a:lnSpc>
                <a:spcPts val="2430"/>
              </a:lnSpc>
              <a:buSzPct val="100000"/>
              <a:buFontTx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https://github.com/HansrajS1/AI-Booking-Assistant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</a:p>
          <a:p>
            <a:pPr marL="342900" indent="-342900">
              <a:lnSpc>
                <a:spcPts val="2430"/>
              </a:lnSpc>
              <a:buSzPct val="100000"/>
              <a:buFontTx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link: </a:t>
            </a: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https://ai-booking-assistant.streamlit.app/</a:t>
            </a:r>
            <a:endParaRPr lang="en-US" sz="1350" dirty="0">
              <a:solidFill>
                <a:srgbClr val="38BDF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lnSpc>
                <a:spcPts val="2430"/>
              </a:lnSpc>
              <a:buSzPct val="100000"/>
              <a:buFontTx/>
              <a:buChar char="•"/>
            </a:pPr>
            <a:r>
              <a:rPr lang="en-US" sz="135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link:</a:t>
            </a:r>
          </a:p>
          <a:p>
            <a:pPr marL="342900" indent="-342900">
              <a:lnSpc>
                <a:spcPts val="2430"/>
              </a:lnSpc>
              <a:buSzPct val="100000"/>
              <a:buFontTx/>
              <a:buChar char="•"/>
            </a:pPr>
            <a:endParaRPr lang="en-US" sz="1350" dirty="0">
              <a:solidFill>
                <a:srgbClr val="CBD5E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endParaRPr lang="en-US" sz="1350" dirty="0">
              <a:solidFill>
                <a:srgbClr val="CBD5E1"/>
              </a:solidFill>
              <a:latin typeface="Arial" pitchFamily="34" charset="0"/>
              <a:cs typeface="Arial" pitchFamily="34" charset="-120"/>
            </a:endParaRPr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80253" y="1230632"/>
            <a:ext cx="41834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Key Takeaways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2618661" y="2084073"/>
            <a:ext cx="421147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conversational booking system</a:t>
            </a:r>
            <a:endParaRPr lang="en-US" sz="1500" dirty="0"/>
          </a:p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data persistence &amp; notifications</a:t>
            </a:r>
            <a:endParaRPr lang="en-US" sz="1500" dirty="0"/>
          </a:p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dashboard for analytics &amp; management</a:t>
            </a:r>
            <a:endParaRPr lang="en-US" sz="1500" dirty="0"/>
          </a:p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Production-ready, containerized, scalable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12055" y="1447800"/>
            <a:ext cx="31198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3982149" y="2362200"/>
            <a:ext cx="11795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438355" y="2987046"/>
            <a:ext cx="4806507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890"/>
              </a:lnSpc>
            </a:pP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https://github.com/HansrajS1/AI-Booking-Assistant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399582" y="3455668"/>
            <a:ext cx="2344836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Email: hansrajvvs@gmail.com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586</Words>
  <Application>Microsoft Office PowerPoint</Application>
  <PresentationFormat>On-screen Show (16:9)</PresentationFormat>
  <Paragraphs>104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Hansraj Singh</cp:lastModifiedBy>
  <cp:revision>4</cp:revision>
  <dcterms:created xsi:type="dcterms:W3CDTF">2026-01-21T07:54:15Z</dcterms:created>
  <dcterms:modified xsi:type="dcterms:W3CDTF">2026-01-21T10:25:10Z</dcterms:modified>
</cp:coreProperties>
</file>